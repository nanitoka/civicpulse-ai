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4F46E5"/>
                </a:solidFill>
              </a:defRPr>
            </a:pPr>
            <a:r>
              <a:t>CivicPulse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334155"/>
                </a:solidFill>
              </a:defRPr>
            </a:pPr>
            <a:r>
              <a:t>Citizen Demand Intelligence &amp; Infrastructure Prioritization</a:t>
            </a:r>
          </a:p>
          <a:p>
            <a:r>
              <a:t>Transforming Civic Feedback into Actionable Budget Plans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F172A"/>
                </a:solidFill>
              </a:defRPr>
            </a:pPr>
            <a:r>
              <a:t>The Disconnect: Budgets vs. Real Needs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334155"/>
                </a:solidFill>
              </a:defRPr>
            </a:pPr>
            <a:r>
              <a:t>Governments spend billions on infrastructure, but allocations often rely on outdated census data.</a:t>
            </a:r>
          </a:p>
          <a:p>
            <a:pPr>
              <a:defRPr sz="2400">
                <a:solidFill>
                  <a:srgbClr val="334155"/>
                </a:solidFill>
              </a:defRPr>
            </a:pPr>
            <a:r>
              <a:t>Citizens lack a centralized, accessible platform in their native languages to report local issues (e.g., broken water pipes, missing hospitals).</a:t>
            </a:r>
          </a:p>
          <a:p>
            <a:pPr>
              <a:defRPr sz="2400">
                <a:solidFill>
                  <a:srgbClr val="334155"/>
                </a:solidFill>
              </a:defRPr>
            </a:pPr>
            <a:r>
              <a:t>Result: Highly inefficient budget spending and ignored communities.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F172A"/>
                </a:solidFill>
              </a:defRPr>
            </a:pPr>
            <a:r>
              <a:t>Introducing CivicPulse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334155"/>
                </a:solidFill>
              </a:defRPr>
            </a:pPr>
            <a:r>
              <a:t>A real-time, AI-powered command center that listens to citizens directly.</a:t>
            </a:r>
          </a:p>
          <a:p>
            <a:pPr>
              <a:defRPr sz="2400">
                <a:solidFill>
                  <a:srgbClr val="334155"/>
                </a:solidFill>
              </a:defRPr>
            </a:pPr>
            <a:r>
              <a:t>Synthesizes thousands of unstructured complaints into actionable, prioritized infrastructure projects.</a:t>
            </a:r>
          </a:p>
          <a:p>
            <a:pPr>
              <a:defRPr sz="2400">
                <a:solidFill>
                  <a:srgbClr val="334155"/>
                </a:solidFill>
              </a:defRPr>
            </a:pPr>
            <a:r>
              <a:t>Bridges the gap between raw citizen demand and government capital allocation.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F172A"/>
                </a:solidFill>
              </a:defRPr>
            </a:pPr>
            <a:r>
              <a:t>1. Multilingual Citizen Voice Studio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334155"/>
                </a:solidFill>
              </a:defRPr>
            </a:pPr>
            <a:r>
              <a:t>Breaks the language barrier for rural and urban populations alike.</a:t>
            </a:r>
          </a:p>
          <a:p>
            <a:pPr>
              <a:defRPr sz="2400">
                <a:solidFill>
                  <a:srgbClr val="334155"/>
                </a:solidFill>
              </a:defRPr>
            </a:pPr>
            <a:r>
              <a:t>Citizens can submit text or voice feedback in 7+ native languages (Telugu, Hindi, Marathi, Bengali, Tamil, etc.).</a:t>
            </a:r>
          </a:p>
          <a:p>
            <a:pPr>
              <a:defRPr sz="2400">
                <a:solidFill>
                  <a:srgbClr val="334155"/>
                </a:solidFill>
              </a:defRPr>
            </a:pPr>
            <a:r>
              <a:t>AI automatically translates the input, analyzes sentiment urgency, and categorizes the problem.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F172A"/>
                </a:solidFill>
              </a:defRPr>
            </a:pPr>
            <a:r>
              <a:t>2. Demand Intelligence &amp; Hotspot Mapping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334155"/>
                </a:solidFill>
              </a:defRPr>
            </a:pPr>
            <a:r>
              <a:t>Maps infrastructure deficits geographically in real-time.</a:t>
            </a:r>
          </a:p>
          <a:p>
            <a:pPr>
              <a:defRPr sz="2400">
                <a:solidFill>
                  <a:srgbClr val="334155"/>
                </a:solidFill>
              </a:defRPr>
            </a:pPr>
            <a:r>
              <a:t>Groups incoming complaints to identify 'Problem Hotspots' across monitored districts.</a:t>
            </a:r>
          </a:p>
          <a:p>
            <a:pPr>
              <a:defRPr sz="2400">
                <a:solidFill>
                  <a:srgbClr val="334155"/>
                </a:solidFill>
              </a:defRPr>
            </a:pPr>
            <a:r>
              <a:t>Generates a 'Facility Shortfall Matrix' to show exactly where existing infrastructure is failing.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F172A"/>
                </a:solidFill>
              </a:defRPr>
            </a:pPr>
            <a:r>
              <a:t>3. AI Budget &amp; Investment Simulator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334155"/>
                </a:solidFill>
              </a:defRPr>
            </a:pPr>
            <a:r>
              <a:t>Optimizes capital deployment for policymakers.</a:t>
            </a:r>
          </a:p>
          <a:p>
            <a:pPr>
              <a:defRPr sz="2400">
                <a:solidFill>
                  <a:srgbClr val="334155"/>
                </a:solidFill>
              </a:defRPr>
            </a:pPr>
            <a:r>
              <a:t>Input a proposed budget (e.g., $15M) and simulate the exact impact of building new facilities.</a:t>
            </a:r>
          </a:p>
          <a:p>
            <a:pPr>
              <a:defRPr sz="2400">
                <a:solidFill>
                  <a:srgbClr val="334155"/>
                </a:solidFill>
              </a:defRPr>
            </a:pPr>
            <a:r>
              <a:t>Instantly calculates ROI metrics: Estimated citizens benefited, cost per citizen, and deficit reduction percentages.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F172A"/>
                </a:solidFill>
              </a:defRPr>
            </a:pPr>
            <a:r>
              <a:t>4. Transparent Evidence Trails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334155"/>
                </a:solidFill>
              </a:defRPr>
            </a:pPr>
            <a:r>
              <a:t>Explainable AI builds trust between government officials and the public.</a:t>
            </a:r>
          </a:p>
          <a:p>
            <a:pPr>
              <a:defRPr sz="2400">
                <a:solidFill>
                  <a:srgbClr val="334155"/>
                </a:solidFill>
              </a:defRPr>
            </a:pPr>
            <a:r>
              <a:t>Why was a hospital recommended in Kanpur instead of a transit hub in Pune?</a:t>
            </a:r>
          </a:p>
          <a:p>
            <a:pPr>
              <a:defRPr sz="2400">
                <a:solidFill>
                  <a:srgbClr val="334155"/>
                </a:solidFill>
              </a:defRPr>
            </a:pPr>
            <a:r>
              <a:t>A 6-step recommendation evidence chain provides a transparent, machine-readable proof trail from citizen complaint to final policy recommendation.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F172A"/>
                </a:solidFill>
              </a:defRPr>
            </a:pPr>
            <a:r>
              <a:t>How It Works Under the Hood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334155"/>
                </a:solidFill>
              </a:defRPr>
            </a:pPr>
            <a:r>
              <a:t>Frontend: React, TypeScript, Tailwind CSS, Vite (Optimized for speed and responsiveness).</a:t>
            </a:r>
          </a:p>
          <a:p>
            <a:pPr>
              <a:defRPr sz="2400">
                <a:solidFill>
                  <a:srgbClr val="334155"/>
                </a:solidFill>
              </a:defRPr>
            </a:pPr>
            <a:r>
              <a:t>Backend: Python, FastAPI (Scalable and high-performance API routing).</a:t>
            </a:r>
          </a:p>
          <a:p>
            <a:pPr>
              <a:defRPr sz="2400">
                <a:solidFill>
                  <a:srgbClr val="334155"/>
                </a:solidFill>
              </a:defRPr>
            </a:pPr>
            <a:r>
              <a:t>AI Engine: LLMs for translation, sentiment extraction, and spatial-demand synthesis.</a:t>
            </a:r>
          </a:p>
          <a:p>
            <a:pPr>
              <a:defRPr sz="2400">
                <a:solidFill>
                  <a:srgbClr val="334155"/>
                </a:solidFill>
              </a:defRPr>
            </a:pPr>
            <a:r>
              <a:t>Data Layer: Real-time feedback aggregation and simulated census/infrastructure tracking.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F172A"/>
                </a:solidFill>
              </a:defRPr>
            </a:pPr>
            <a:r>
              <a:t>Impact &amp; 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334155"/>
                </a:solidFill>
              </a:defRPr>
            </a:pPr>
            <a:r>
              <a:t>Impact: Faster response times, data-driven budgeting, and significantly higher citizen satisfaction and trust.</a:t>
            </a:r>
          </a:p>
          <a:p>
            <a:pPr>
              <a:defRPr sz="2400">
                <a:solidFill>
                  <a:srgbClr val="334155"/>
                </a:solidFill>
              </a:defRPr>
            </a:pPr>
            <a:r>
              <a:t>Future: Integration with IoT sensors (e.g., water quality monitors) for automated anomaly detection.</a:t>
            </a:r>
          </a:p>
          <a:p>
            <a:pPr>
              <a:defRPr sz="2400">
                <a:solidFill>
                  <a:srgbClr val="334155"/>
                </a:solidFill>
              </a:defRPr>
            </a:pPr>
            <a:r>
              <a:t>Future: Expansion to 50+ languages and direct API integration with city contractor dispatch systems.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4F46E5"/>
                </a:solidFill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334155"/>
                </a:solidFill>
              </a:defRPr>
            </a:pPr>
            <a:r>
              <a:t>Empowering citizens and enabling data-driven governance.</a:t>
            </a:r>
          </a:p>
          <a:p/>
          <a:p>
            <a:r>
              <a:t>Open for Q&amp;A and Live Demo.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